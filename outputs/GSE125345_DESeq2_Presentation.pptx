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46888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Gene Expression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Hematopoietic Stem Cells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GSE125345  —  DESeq2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92608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Suryavansham Sahoo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23BT30032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characterise differentially expressed genes between Long-Term Hematopoietic Stem Cells (LT-HSCs) and Short-Term Hematopoietic Stem Cells (ST-HSCs) using RNA-sequencing data from human cord blood–derived hematopoietic populations.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110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Markers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1854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critical molecular markers and regulatory networks distinguishing long-term self-renewal from short-lived proliferative potential.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8254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0998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haematopoiesis hierarchy by uncovering expression changes as stem cells migrate towards lineage-committed progenitor states.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Networks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014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genes, signalling networks and transcriptional regulators controlling stem cell maintenance, differentiation and destiny.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225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225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cord blood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19072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HiSeq 2500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71907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719072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(expression profiling)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523744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523744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523744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523744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Replicates/Group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73752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32841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328416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Types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LT-HSC, ST-HSC, CMP, GMP, MLP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32841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328416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Analyzed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7375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29,379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4133088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33088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Accession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GSE125345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4133088"/>
            <a:ext cx="42062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133088"/>
            <a:ext cx="6400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Threshold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(padj &lt; 0.10)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011680" cy="1097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29,379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Genes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450592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(1.24%)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14400"/>
            <a:ext cx="2011680" cy="109728"/>
          </a:xfrm>
          <a:prstGeom prst="rect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626864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(0.65%)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Upregulated (LFC &gt; 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914400"/>
            <a:ext cx="2011680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803136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(0.59%)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Downregulated (LFC &lt; 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198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Notes:  171 outliers (0.58%) detected | 7,924 low-count genes (27%) filtered (mean count &lt; 4) | FDR threshold: adjusted p-value &lt; 0.10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Differentially Expressed Genes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log₂ FC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AC002454.1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× 10⁻¹³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AC123912.4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× 10⁻¹¹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 × 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TGFBI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DUSP10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FRMD7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914400"/>
            <a:ext cx="7863840" cy="32918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9144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FC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p-value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log₂ FC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AC002454.1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× 10⁻¹³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AC123912.4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× 10⁻¹¹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 × 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TGFBI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DUSP10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FRMD7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7.92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A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960120"/>
            <a:ext cx="512064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PLACEHOLDER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Plot — to be inserted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960120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15361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Variance: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17099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total variance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208483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299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Variance: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258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total variance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26334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78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LT-HSC / ST-HSC: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807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well-separated clusters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318211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1272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Cell Types: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355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separate groups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373075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75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9044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transcriptional diversity confirmed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Plot — Expression vs Fold Change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960120"/>
            <a:ext cx="512064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PLACEHOLDER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Plot — to be inserted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960120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155448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4904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genes centred around LFC = 0 (no change).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6208" y="21031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391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genes (blue) concentrated at moderate expression levels.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6208" y="265176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8775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SOX17: strong downregulation (LFC ≈ −29.57).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32004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1363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TGFBI: strong upregulation (LFC ≈ +9.44).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374904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6850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 fan-shape: larger variance at low counts.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Significance vs Magnitude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960120"/>
            <a:ext cx="512064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PLACEHOLDER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to be inserted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960120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Upregulated: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883664"/>
            <a:ext cx="91440" cy="91440"/>
          </a:xfrm>
          <a:prstGeom prst="ellipse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2194560"/>
            <a:ext cx="91440" cy="91440"/>
          </a:xfrm>
          <a:prstGeom prst="ellipse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39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2505456"/>
            <a:ext cx="91440" cy="91440"/>
          </a:xfrm>
          <a:prstGeom prst="ellipse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450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2816352"/>
            <a:ext cx="91440" cy="91440"/>
          </a:xfrm>
          <a:prstGeom prst="ellipse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TGFBI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3127248"/>
            <a:ext cx="91440" cy="91440"/>
          </a:xfrm>
          <a:prstGeom prst="ellipse">
            <a:avLst/>
          </a:prstGeom>
          <a:solidFill>
            <a:srgbClr val="3CAA6E"/>
          </a:solidFill>
          <a:ln w="12700">
            <a:solidFill>
              <a:srgbClr val="3CA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072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AC002454.1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Downregulated: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37947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SOX17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06908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FRMD7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34340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adj. p-value &lt; 0.1  &amp;  |log₂FC| &gt; 1  |  Total = 29,379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Top DEGs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30352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PLACEHOLDER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Top DEGs — to be inserted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960120"/>
            <a:ext cx="306324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60120"/>
            <a:ext cx="30632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6168" y="158191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179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DEGs shown across all 15 samples.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16168" y="20574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933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clustering by cell type (LT-HSC, ST-HSC, CMP, GMP, MLP).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16168" y="253288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688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GYG1 &amp; SPP1: highest expression in LT-HSC.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6168" y="300837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443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CPA3, SPTBN2: elevated in CMP/GMP.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16168" y="34838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41985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confirms cell-type separation.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16168" y="395935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89534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Row-scaled z-scores highlight relative expression.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Transcriptional Distinction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heatmap confirm LT-HSC and ST-HSC form distinct clusters with significantly different expression profiles.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19072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73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Loss of Stemness in ST-HSC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SOX17 is strongly downregulated (LFC ≈ −29.57) in ST-HSC, indicating loss of stem-cell maintenance signals and increased differentiation.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23744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Increased Proliferation Signals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CDK6 upregulation in ST-HSC suggests increased cell-cycle activity, consistent with actively dividing progenitor cells.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Differentiation Pathway Activation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667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TGFBI and DUSP10 upregulation indicates activation of signalling and regulatory programs driving lineage commitment.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33088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Moderate Expression Dominates DEGs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714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genes fall in moderate expression ranges — condition-specific regulation, not housekeeping gene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Annexure — Key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Loading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library(DESeq2); library(ggplot2)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library(pheatmap); library(EnhancedVolcano)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53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Prepare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26440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read.table("data.tsv", header=TRUE, sep="\t")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rownames(counts) &lt;- make.unique(as.character(counts[,1]))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counts[,-1]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round(counts[, sapply(counts, is.numeric)])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9875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129844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 &lt;- DESeqDataSetFromMatrix(countData=counts, colData=coldata, design=~condition)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 &lt;- dds[rowSums(counts(dds))&gt;=10,]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 &lt;- DESeq(dds)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results(dds, contrast=c("condition","ST_HSC","LT_HSC"), alpha=0.1)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953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326440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vsd &lt;- vst(dds, blind=FALSE)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plotPCA(vsd, intgroup="condition")   # PCA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plotMA(res)                           # MA plot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EnhancedVolcano(res, lab=rownames(res), x="log2FoldChange", y="pvalue")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pheatmap(assay(vsd)[order(res$pvalue)[1:50],], scale="row")  # Heatmap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743200" y="2286000"/>
            <a:ext cx="3657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DEGs (FDR &lt; 10%)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062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Upregulated genes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665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Downregulated genes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Strong transcriptional separation between LT-HSC and ST-HSC — SOX17 loss and CDK6 gain mark the stemness-to-proliferation transition.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GSE125345 DESeq2 Analysis</dc:title>
  <dc:subject>PptxGenJS Presentation</dc:subject>
  <dc:creator>Suryavansham Sahoo</dc:creator>
  <cp:lastModifiedBy>Suryavansham Sahoo</cp:lastModifiedBy>
  <cp:revision>1</cp:revision>
  <dcterms:created xsi:type="dcterms:W3CDTF">2026-04-30T17:02:04Z</dcterms:created>
  <dcterms:modified xsi:type="dcterms:W3CDTF">2026-04-30T17:02:04Z</dcterms:modified>
</cp:coreProperties>
</file>